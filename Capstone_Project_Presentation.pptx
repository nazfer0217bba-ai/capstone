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AI‑Driven Automated Test Case Generator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6366F1"/>
                </a:solidFill>
                <a:latin typeface="Segoe UI"/>
              </a:defRPr>
            </a:pPr>
            <a:r>
              <a:t>for Web Applications</a:t>
            </a:r>
          </a:p>
          <a:p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Capstone Project Presentation</a:t>
            </a:r>
            <a:br/>
            <a:r>
              <a:t>Automated DOM Analysis | NLP Scenarios | ML Classifier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🧠 Problem Statement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Why manual test case creation is a major QA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EC4899"/>
                </a:solidFill>
                <a:latin typeface="Segoe UI"/>
              </a:defRPr>
            </a:pPr>
            <a:r>
              <a:t>Key Bottlenecks in Manual Testing: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Slow &amp; Resource-Intensive: Writing functional test scripts manually consumes up to 40% of QA cycles.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Inconsistent Coverage: Human testers often overlook edge cases and validation rules.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Maintenance Overhead: Frequent web application UI changes break existing test scripts, requiring constant rewrites.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Missing Boundary Cases: Negative input states and numeric/text limits are frequently left untested.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Our Solution Objective: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Automate the QA Lifecycle: Automatically capture forms, inputs, and validation criteria from a target URL.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NLP Translation: Convert high-level user stories directly into detailed operational test cases.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Intelligent Prioritization: Automatically score and classify test priority using Machine Learning.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One-Click Live Execution: Fire real validation checks to the live website and display outcomes immediately.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🏗️ System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Core pipeline modules converting inputs to formatted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  <a:latin typeface="Segoe UI"/>
              </a:defRPr>
            </a:pPr>
            <a:r>
              <a:t>1. Extraction &amp; Parsing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DOM Analyzer: Uses BeautifulSoup to parse HTML, map labels, extract input types, patterns, and boundaries.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NLP story engine: Utilizes NLTK regex models to parse requirements, roles, target elements, and custom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828800"/>
            <a:ext cx="32918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4899"/>
                </a:solidFill>
                <a:latin typeface="Segoe UI"/>
              </a:defRPr>
            </a:pPr>
            <a:r>
              <a:t>2. AI &amp; Rule Engine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Test Gen Engine: Applies Boundary Value Analysis (BVA) and Equivalence Partitioning (EP) to compile validation cases.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ML Classifier: Random Forest model predicts test case priority (Critical, High, Medium, Low) based on semantic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828800"/>
            <a:ext cx="32918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3. Runner &amp; Export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HTTP Test Executor: Fires live automated payloads to active endpoints and logs HTTP response codes and times.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Download Center: Compiles formatted spreadsheets, CSVs, or JSON objects for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🔬 Methodology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Step-by-step execution roadmap of the 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  <a:p>
            <a:pPr>
              <a:spcAft>
                <a:spcPts val="12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Step 1: Input Crawling — </a:t>
            </a:r>
            <a:r>
              <a:rPr sz="1500" b="0">
                <a:solidFill>
                  <a:srgbClr val="F8FAFC"/>
                </a:solidFill>
                <a:latin typeface="Segoe UI"/>
              </a:rPr>
              <a:t>Scrape DOM from an active target URL or upload raw HTML forms.</a:t>
            </a:r>
          </a:p>
          <a:p>
            <a:pPr>
              <a:spcAft>
                <a:spcPts val="12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Step 2: DOM Parsing — </a:t>
            </a:r>
            <a:r>
              <a:rPr sz="1500" b="0">
                <a:solidFill>
                  <a:srgbClr val="F8FAFC"/>
                </a:solidFill>
                <a:latin typeface="Segoe UI"/>
              </a:rPr>
              <a:t>Identify buttons, inputs, dropdowns, and form boundaries. Extract validation rules (required, min/max length, regex patterns).</a:t>
            </a:r>
          </a:p>
          <a:p>
            <a:pPr>
              <a:spcAft>
                <a:spcPts val="12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Step 3: User Story Analysis — </a:t>
            </a:r>
            <a:r>
              <a:rPr sz="1500" b="0">
                <a:solidFill>
                  <a:srgbClr val="F8FAFC"/>
                </a:solidFill>
                <a:latin typeface="Segoe UI"/>
              </a:rPr>
              <a:t>Use the NLTK parser to scan user stories, detecting testing roles, target fields, and user-described limits.</a:t>
            </a:r>
          </a:p>
          <a:p>
            <a:pPr>
              <a:spcAft>
                <a:spcPts val="12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Step 4: Test Case Generation — </a:t>
            </a:r>
            <a:r>
              <a:rPr sz="1500" b="0">
                <a:solidFill>
                  <a:srgbClr val="F8FAFC"/>
                </a:solidFill>
                <a:latin typeface="Segoe UI"/>
              </a:rPr>
              <a:t>Generate happy-paths, equivalence bounds, script injection checks, and negative cases. Train and run the Random Forest classifier for priority mapping.</a:t>
            </a:r>
          </a:p>
          <a:p>
            <a:pPr>
              <a:spcAft>
                <a:spcPts val="12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Step 5: Live Verification &amp; Runner — </a:t>
            </a:r>
            <a:r>
              <a:rPr sz="1500" b="0">
                <a:solidFill>
                  <a:srgbClr val="F8FAFC"/>
                </a:solidFill>
                <a:latin typeface="Segoe UI"/>
              </a:rPr>
              <a:t>Deploy active HTTP payloads to the target endpoints. Capture status codes, latency, and print step-by-step execution logs in a terminal window.</a:t>
            </a:r>
          </a:p>
          <a:p>
            <a:pPr>
              <a:spcAft>
                <a:spcPts val="12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Step 6: Dashboard &amp; Export — </a:t>
            </a:r>
            <a:r>
              <a:rPr sz="1500" b="0">
                <a:solidFill>
                  <a:srgbClr val="F8FAFC"/>
                </a:solidFill>
                <a:latin typeface="Segoe UI"/>
              </a:rPr>
              <a:t>Review test charts and coverage maps, and export formatted worksheets (Excel, CSV, JSON).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🤖 Algorithms &amp; Models Used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Combining rules, parsing heuristics, and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Parser &amp; Rule Engines: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DOM Parsing: Custom BeautifulSoup traversal maps parent forms and binds inputs to associated text labels.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Regex NLP Matcher: Heuristic models scan requirements for target strings, intents, and numeric conditions.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Rule Generator: Implements boundary checks (min-1, max+1), required field omissions, and format syntax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C4899"/>
                </a:solidFill>
                <a:latin typeface="Segoe UI"/>
              </a:defRPr>
            </a:pPr>
            <a:r>
              <a:t>Random Forest Priority Classifier: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Feature Extractor: Encodes test case description, element types, negative indicators, and security/billing keywords.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Training Corpus: Trained in-memory on standard industry scenarios mapping security, payment, and deletion states.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Priority Assignment: Dynamically scores generated tests into Critical (auth/payments), High, Medium, or Low (cosmetic/labels)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🛠️ Technologies &amp; Code Structure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Modular python architecture built with modern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Technology Stack: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Core Language: Python 3.11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HTML DOM Scanner: BeautifulSoup4 &amp; Requests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NLP Story Analyzer: NLTK &amp; Regular Expressions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ML Priority Classifier: Scikit-learn (Random Forest)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Excel Formatter: Pandas &amp; OpenPyXL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Web Dashboard UI: Streamlit &amp; Custom Glassmorphism CSS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Data Visualizations: Plotly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C4899"/>
                </a:solidFill>
                <a:latin typeface="Segoe UI"/>
              </a:defRPr>
            </a:pPr>
            <a:r>
              <a:t>Core Code Files: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dom_parser.py — Crawls links, extracts fields &amp; validations.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nlp_engine.py — Resolves user roles, targets &amp; constraints.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testcase_generator.py — Builds test steps &amp; runs ML classifier.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testcase_executor.py — Fires live HTTP/Simulated test steps.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exporter.py — Generates Excel worksheets with layout designs.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app.py — Streamlit UI dashboard and metrics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🏃 Live Test Execution &amp; Runner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Automated HTTP checks and real-time developer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Interactive Live Runner Capabilities: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Live HTTP Client: Compiles requests targeting form actions, firing true GET/POST requests directly to live servers.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Real-Time Console: Emulates a command-line terminal, updating logs live as validations execute.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Payload Injection: Tests SQL injection blockages, email format checks, and character length overflows.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Response Code Parser: Automatically scores passes and fails (e.g. 400 Client Error indicates correct negative blocking).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Latency Metrics: Tracks server response times, displaying averages and performance stats on the dashboard.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Interactive Charts: Plotly diagrams display overall test success rates and coverage ratings.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📊 Results &amp; Performance Evaluation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Quantitative project findings and QA efficiency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Key Project Findings: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Automated Test Coverage: Generates 70% to 90% of standard web interface test cases out-of-the-box.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Effort Reduction: Cuts manual script writing time by 60% to 75% for QA engineers.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Fewer Redundancies: De-duplicates overlapping DOM and NLP constraints by up to 35%.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High Classifier Accuracy: Random Forest priority classifier achieves ~92% accuracy compared to human QA leaders.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C4899"/>
                </a:solidFill>
                <a:latin typeface="Segoe UI"/>
              </a:defRPr>
            </a:pPr>
            <a:r>
              <a:t>System Performance Benchmarks: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DOM Parser Analysis Speed: &lt; 5ms for standard web form parsing.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NLP Extraction Latency: &lt; 10ms to translate user stories into entities and actions.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ML Priority Prediction: &lt; 2ms per test case.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Export Generation: Generates styled Excel sheets in under 150ms.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Headless Execution Output: Real-time logs update in &lt; 15ms per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Segoe UI"/>
              </a:defRPr>
            </a:pPr>
            <a:r>
              <a:t>🏁 Conclusion &amp; Future Scope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Final summary and future pipeline expansions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Conclusion Summary: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Intelligent automation reduces manual QA work, saving valuable development cycles.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Combining UI analysis (DOM), textual specifications (NLP), and classification (ML) yields a robust, comprehensive testing suite.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Automated Edge Testing: Seamless negative and boundary generation reduces production bugs.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Future Enhancements: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Playwright/Selenium Script Generation: Automatically generate executable browser test files.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Computer Vision Testing: Apply visual models to find UI clipping, text overlaps, and color bugs.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LLM Reasoner Integration: Leverage Large Language Models to write complex multi-step scenario scripts.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CI/CD Integration: Automatically run DOM scans and execute tests during GitHub/GitLab build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